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2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37DA3-D66A-6940-17C6-26447A5E6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3A3108-6E97-48F5-E421-F028F46DCC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829DEC-4EF6-2340-EA2B-47E682792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A337E-4DD1-48C8-AC57-B2A595F47AC3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9C0FC2-64B4-8E93-F8FA-7CBBD8B55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DA9B48-634D-716F-4250-ABAEEA2A4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C29EE-EB40-4F91-9727-123208654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431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2C387-AE11-AE63-0910-D08B0FD6B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18CAD-B58A-54F8-2492-929E7C235D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64D945-66A0-04C7-CEF5-C2A1D955E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A337E-4DD1-48C8-AC57-B2A595F47AC3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721FC7-DE41-8298-DAF8-B87A6350E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22A5B-76A6-5476-034B-91A7527AC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C29EE-EB40-4F91-9727-123208654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417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B2A10-B5EB-0216-3FFE-33BB6029C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377533-9A23-1F97-4EB6-E92CB3E7CB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C2220-8A94-91A8-490B-F69D1FB1F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A337E-4DD1-48C8-AC57-B2A595F47AC3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3D364-50CE-F83C-68F4-8F465DB69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DDCC7-767C-0955-306B-C9F599866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C29EE-EB40-4F91-9727-123208654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408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9A983-0119-DAAD-8D1A-71AC049BC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AF0EE-58CF-F18A-19FC-9AAF5449BF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9B51BA-92D4-1BA9-C20E-A95C6AE8D7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6A52CA-D8A9-7EEC-978E-621906247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A337E-4DD1-48C8-AC57-B2A595F47AC3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80D14-51D2-C165-25BC-54F23C2BD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2FBFE4-BDA5-3026-108C-8CB532D4D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C29EE-EB40-4F91-9727-123208654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578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2C12E-743E-98FF-A7E9-DA690D9B4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304D2A-674A-6B04-476F-A39BA9940F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DACAFF-DF8E-E209-0391-371BAFA3C8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D0884F-CAED-F50A-F7A9-09EF0AB2B2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9C9D9B-4C6F-F3CF-8FE7-7BE19C4449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341139-333D-C65E-B2EB-4CF94A221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A337E-4DD1-48C8-AC57-B2A595F47AC3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26B295-5E7F-0092-8995-D0F97E1EF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F68439-F4A6-EDCA-192A-C7B07BBC0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C29EE-EB40-4F91-9727-123208654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60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46CBC-C322-42C8-0021-4E6C7E2E2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9B0BA0-9336-6A49-9F62-AA5A5D071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A337E-4DD1-48C8-AC57-B2A595F47AC3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7950DC-6183-3DB1-1204-FDFC4DBA8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1DA721-5A6B-AB4F-339E-E4A905B2C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C29EE-EB40-4F91-9727-123208654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647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536A29-2965-7D05-42A6-2FFE3F0FD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A337E-4DD1-48C8-AC57-B2A595F47AC3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99B50E-E05C-84F4-4014-966113F50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3AA097-5859-A554-1459-13773BA95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C29EE-EB40-4F91-9727-123208654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149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7CF72-52D2-0CC4-AD8A-1EE9D522A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F7F0D-0570-B5BA-CB08-F16934845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F824B6-5DB2-F6FE-547B-A0630C1AC5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D91D26-D765-F112-59AD-4CBD03EFB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A337E-4DD1-48C8-AC57-B2A595F47AC3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244F77-C5A8-2B10-6D2B-9C6C8C81D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A54C3D-C77D-EE0B-0CC0-E90C09C37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C29EE-EB40-4F91-9727-123208654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722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B438F-FEF0-6C70-8D1E-7CF5FB2C3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F58778-446B-F669-6CEA-F43B5DFE91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689FF4-AFCE-C0A8-3909-8AFFB2BEDA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206781-02FD-9F44-B23C-72F61F24F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A337E-4DD1-48C8-AC57-B2A595F47AC3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FF8F11-4016-A8B9-EF08-585BE67EB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991148-E9B0-C426-2974-B40429ADE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C29EE-EB40-4F91-9727-123208654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929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11D0C-DD47-ED5A-06CF-E2A4D8D42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719967-4C10-00FE-4E21-F2000ACE5C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4C3610-0328-75E7-2ECB-B5E87A22F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A337E-4DD1-48C8-AC57-B2A595F47AC3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B6792-E206-5F3F-58A1-B6F5450C1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34995C-2D53-8F39-A5E1-B63B406C0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C29EE-EB40-4F91-9727-123208654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812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C3326C-693E-26C0-BE27-ED953A975E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E98325-E251-57A1-7AB0-77EA436E89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6F438-A93D-97C9-0D05-E73B06DE6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A337E-4DD1-48C8-AC57-B2A595F47AC3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F8FF00-AF85-20FB-4B96-F53C04ED3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2B5B70-9827-6E38-7304-10D395A46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C29EE-EB40-4F91-9727-123208654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060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109328-4348-E5B0-819E-BF2BD2001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2DAA4C-C4EA-6347-16E6-7B83E83BDD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C5161-3489-C26C-71ED-C3D31EE218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5A337E-4DD1-48C8-AC57-B2A595F47AC3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66EF9-2920-51A8-8189-855CD46A13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DCA80-EEF9-BAEA-CCC3-4E54B5B758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1C29EE-EB40-4F91-9727-123208654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108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F5547-3C12-4B14-41A1-73AFDF2FCF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A* High Level Planning &amp; Replanning</a:t>
            </a:r>
          </a:p>
        </p:txBody>
      </p:sp>
    </p:spTree>
    <p:extLst>
      <p:ext uri="{BB962C8B-B14F-4D97-AF65-F5344CB8AC3E}">
        <p14:creationId xmlns:p14="http://schemas.microsoft.com/office/powerpoint/2010/main" val="444791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615DF-0CF2-F735-6A48-AA1E214F3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25" y="184151"/>
            <a:ext cx="10515600" cy="787400"/>
          </a:xfrm>
        </p:spPr>
        <p:txBody>
          <a:bodyPr>
            <a:normAutofit/>
          </a:bodyPr>
          <a:lstStyle/>
          <a:p>
            <a:r>
              <a:rPr lang="en-US" sz="4000" dirty="0"/>
              <a:t>A* Setup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E9E2299-766D-F69E-3BA6-94A671CE28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14962" y="2174170"/>
            <a:ext cx="4657725" cy="3771900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5AE5B1-EEAB-B263-4496-D7E570B828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862" y="2174170"/>
            <a:ext cx="4610100" cy="37719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FF73E93-B083-4273-82E5-AF3627F18A3F}"/>
              </a:ext>
            </a:extLst>
          </p:cNvPr>
          <p:cNvSpPr txBox="1"/>
          <p:nvPr/>
        </p:nvSpPr>
        <p:spPr>
          <a:xfrm>
            <a:off x="695324" y="1219200"/>
            <a:ext cx="94488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a Known environment a tree of the portals and their connections can be created such that an A* algorithm can solve the ideal order of rooms/portals to travel from one room to another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51D6B8-113B-C603-8980-FDBAD9DBE0FF}"/>
              </a:ext>
            </a:extLst>
          </p:cNvPr>
          <p:cNvSpPr txBox="1"/>
          <p:nvPr/>
        </p:nvSpPr>
        <p:spPr>
          <a:xfrm>
            <a:off x="3286125" y="5946070"/>
            <a:ext cx="89058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Example Floorplan with multiple possible paths to any one destination</a:t>
            </a:r>
          </a:p>
        </p:txBody>
      </p:sp>
    </p:spTree>
    <p:extLst>
      <p:ext uri="{BB962C8B-B14F-4D97-AF65-F5344CB8AC3E}">
        <p14:creationId xmlns:p14="http://schemas.microsoft.com/office/powerpoint/2010/main" val="3955882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615DF-0CF2-F735-6A48-AA1E214F3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25" y="184151"/>
            <a:ext cx="10515600" cy="787400"/>
          </a:xfrm>
        </p:spPr>
        <p:txBody>
          <a:bodyPr>
            <a:normAutofit/>
          </a:bodyPr>
          <a:lstStyle/>
          <a:p>
            <a:r>
              <a:rPr lang="en-US" sz="4000" dirty="0"/>
              <a:t>A* Solution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73E93-B083-4273-82E5-AF3627F18A3F}"/>
              </a:ext>
            </a:extLst>
          </p:cNvPr>
          <p:cNvSpPr txBox="1"/>
          <p:nvPr/>
        </p:nvSpPr>
        <p:spPr>
          <a:xfrm>
            <a:off x="695324" y="1219200"/>
            <a:ext cx="94488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Feeding the tree of connections to an A* algorithm along with start and end points a solution is determined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51D6B8-113B-C603-8980-FDBAD9DBE0FF}"/>
              </a:ext>
            </a:extLst>
          </p:cNvPr>
          <p:cNvSpPr txBox="1"/>
          <p:nvPr/>
        </p:nvSpPr>
        <p:spPr>
          <a:xfrm>
            <a:off x="1347787" y="5918744"/>
            <a:ext cx="50006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The initial A* solution starting in the bottom left corner traveling to the top right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46E431C-A677-1307-E490-242E96A72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2113180"/>
            <a:ext cx="4648200" cy="381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038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615DF-0CF2-F735-6A48-AA1E214F3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25" y="184151"/>
            <a:ext cx="10515600" cy="787400"/>
          </a:xfrm>
        </p:spPr>
        <p:txBody>
          <a:bodyPr>
            <a:normAutofit/>
          </a:bodyPr>
          <a:lstStyle/>
          <a:p>
            <a:r>
              <a:rPr lang="en-US" sz="4000" dirty="0"/>
              <a:t>A* Re-Plan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73E93-B083-4273-82E5-AF3627F18A3F}"/>
              </a:ext>
            </a:extLst>
          </p:cNvPr>
          <p:cNvSpPr txBox="1"/>
          <p:nvPr/>
        </p:nvSpPr>
        <p:spPr>
          <a:xfrm>
            <a:off x="695324" y="971551"/>
            <a:ext cx="99917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in the course of traveling along this path we determine that a portal we need to use is blocked we can remove this portal and its connections from the tree and call the A* script once more to achieve a new path from the current location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51D6B8-113B-C603-8980-FDBAD9DBE0FF}"/>
              </a:ext>
            </a:extLst>
          </p:cNvPr>
          <p:cNvSpPr txBox="1"/>
          <p:nvPr/>
        </p:nvSpPr>
        <p:spPr>
          <a:xfrm>
            <a:off x="2066925" y="5714406"/>
            <a:ext cx="717708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Initial solution alongside new solution once we have traveled to the room with the previously unknown blockage and determined the need to replan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46E431C-A677-1307-E490-242E96A72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1894881"/>
            <a:ext cx="4648200" cy="38195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08F6D11-223E-2628-4711-BCDF1851D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0" y="1894881"/>
            <a:ext cx="4600575" cy="381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953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170</Words>
  <Application>Microsoft Office PowerPoint</Application>
  <PresentationFormat>Widescreen</PresentationFormat>
  <Paragraphs>10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A* High Level Planning &amp; Replanning</vt:lpstr>
      <vt:lpstr>A* Setup</vt:lpstr>
      <vt:lpstr>A* Solution</vt:lpstr>
      <vt:lpstr>A* Re-Plan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A* High Level Planning &amp; Replanning</dc:title>
  <dc:creator>Drew Campbell</dc:creator>
  <cp:lastModifiedBy>Drew Campbell</cp:lastModifiedBy>
  <cp:revision>1</cp:revision>
  <dcterms:created xsi:type="dcterms:W3CDTF">2024-01-09T16:46:41Z</dcterms:created>
  <dcterms:modified xsi:type="dcterms:W3CDTF">2024-01-09T17:04:30Z</dcterms:modified>
</cp:coreProperties>
</file>